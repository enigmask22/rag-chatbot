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Chương I — Tổng quan kinh tế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Đoạn mở đầu của chương, nằm ngay dưới heading cấp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Điều 1. Phạm vi điều chỉnh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Khoản 1. Chỉ tiêu vĩ mô</a:t>
            </a:r>
          </a:p>
          <a:p>
            <a:r>
              <a:t>Tăng trưởng GDP (%): 5,05 → 7,09</a:t>
            </a:r>
          </a:p>
          <a:p>
            <a:r>
              <a:t>Lạm phát CPI (%): 3,25 → 3,63</a:t>
            </a:r>
          </a:p>
          <a:p>
            <a:r>
              <a:t>Xuất khẩu (tỷ USD): 355,5 → 405,5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Khoản 2. Bảng chỉ tiêu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Tăng trưởng GDP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7,09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Lạm phát CPI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3,63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Xuất khẩu (tỷ 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355,5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405,5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I — Tổng quan kinh tế</dc:title>
  <dc:subject/>
  <dc:creator>rag-platform fixtures</dc:creator>
  <cp:keywords/>
  <dc:description>generated using python-pptx</dc:description>
  <cp:lastModifiedBy>rag-platform fixtures</cp:lastModifiedBy>
  <cp:revision>1</cp:revision>
  <dcterms:created xsi:type="dcterms:W3CDTF">1980-01-01T00:00:00Z</dcterms:created>
  <dcterms:modified xsi:type="dcterms:W3CDTF">1980-01-01T00:00:00Z</dcterms:modified>
  <cp:category/>
</cp:coreProperties>
</file>